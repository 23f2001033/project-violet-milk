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limit out loud: detectable, not impossible. Then point at the anchoring slide, which is what closes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limits before anyone asks. An anchor is an existence-and-time proof, not an authorship proof. Saying so is what makes the rest credible - and no other team will have this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or wallet CSV, hashed in the browser, parsed and merged into the case graph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versus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audit trail is only worth what its identity is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677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officer name was a form field.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network could file evidence as any officer, and the log sat in a database file that any client could edit without trace.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custody record that the caller supplies, in a table the caller can rewrite, is not a custody record. It is the legal spine of the dossier, so that mattered more than any feature.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56832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56832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56832" y="230428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requires a signed-in officer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comes from the session, never the request body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commits to the one before it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Editing, reordering or deleting any row breaks every later link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40599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entry_hash = SHA256(prev_hash | id | time | user | action | target)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5354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tampering DETECTABLE, not impossible. Only an append-only store or external notarisation prevents it — which is what the anchoring does.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files evidence as ‘IO_IMPOSTER’ and asserts the log still names the officer who was actually signed in.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publish the digest. The proof outlives the server.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of each ingested file is written to a public blockchain. That record sits outside this system — so if the machine is later compromised, rebuilt, or its database rewritten, the fact that the file existed in that exact form still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145536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existed at or before that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cannot afterwards be revised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substituted document no longer matches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315968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PROVE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created the document — anyone may anchor any digest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document is tamper-PROOF — only tamper-EVIDENT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276088" cy="3977640"/>
          </a:xfrm>
          <a:prstGeom prst="roundRect">
            <a:avLst>
              <a:gd name="adj" fmla="val 690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EvidenceAnchor.sol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217627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anchor(bytes32 digest) external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(_anchors[digest].blockNumber != 0)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revert AlreadyAnchored(...);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_anchors[digest] = Anchor({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blockTime:   uint64(block.timestamp),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blockNumber: uint64(block.number),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anchoredBy:  msg.sender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wins.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44622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Re-anchoring reverts rather than overwriting. The earliest record is the evidentially meaningful one, and silently replacing it would let a later party claim an earlier document’s timestamp.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read-only and needs no credentials — anyone auditing the dossier can check the anchor without access to our systems.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picks the chain itself.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SUPPORTED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DETECTION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is not where the money goes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fraud proceeds move as USDT on TRON, where a transfer costs cents. Paste 0x… and we read Ethereum; paste T… and we read Tron. The investigator never declares a chain.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Tron, “USDT” is not proof of USDT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deploy a token whose ticker reads USDT, and scammers do — to poison analysis. We verify the CONTRACT, never the symbol. On our first live trace that caught a 7.5-trillion fake transfer.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cached, so a pre-tested address still traces with the network unplugged. Demo addresses are OFAC-designated contracts and publicly labelled exchange wallets — never a private individual's.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chains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and Tron, auto-detected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reproducible 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custody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is detectable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 tests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endpoints, 12,069 lines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42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github.com/23f2001033/project-violet-milk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2026-09-06T10:50:39Z</dcterms:created>
  <dcterms:modified xsi:type="dcterms:W3CDTF">2026-09-06T10:50:39Z</dcterms:modified>
</cp:coreProperties>
</file>